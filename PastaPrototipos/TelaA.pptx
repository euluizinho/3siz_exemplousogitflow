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20CC-9F1E-4F0C-B1E3-B8100BD4E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93EC1-F0ED-40C6-84DC-D58EA66B2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05BB-4B58-4B7A-A69B-6F73AFCB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B1208-CA1B-4444-83E3-FA12AA3D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C630D-5019-4778-B3B0-38F5741F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07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1AB8-78CF-4C8A-B685-DF1B6D15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1B8D-4D05-4A78-9674-ED3B906BF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AED7-2074-4591-AB7B-B41BA5BC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8386A-85B0-4264-BAFF-EF7E3C44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A4FC4-B97B-479D-AB4E-0C724F0D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711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F6E8-E882-45E4-B9D4-EE3BF1D1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5BA34-A83B-4F47-BBDF-066CACED1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10371-96AB-4BDC-9AC6-8195EB12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9A1FA-69FC-4F1E-B457-83BE9406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201C-959A-4084-BAD2-6E83245E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99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A05B1-4291-4A69-A436-3E879E58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27D1-BB59-4F28-86EA-38FB5FD4F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D5198-FFBD-4C45-AAD4-E1CBC09D7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44AB9-C6AD-4A82-B2D9-E663B3B7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6BD3-86B8-4A5A-9391-062F0B20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40E27-9D1D-4D92-BC7D-51995A33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99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D7AC-546B-4607-9993-DA1A43E68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ACFF1-EFE5-4282-B44F-5576A55F1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D0324-8CA8-4EEE-AEF7-794508F62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29ED5-07B0-439D-A0D8-A4C0F5513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614653-B5EA-42C5-9654-4A06C7469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873321-1652-4FAC-B5EA-88C90302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1B320-E2B5-4A4C-BEF9-F84302B9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E9049-587C-47EF-8DF0-1AA2BF1E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080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ACB9-632C-41A6-863D-8525592E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E3E985-0197-4357-829B-CAFD0C84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1896D-0813-44C4-A444-C39E76B0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35533-36FC-4CE2-9191-45682B65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51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33633-F590-4F0A-85BA-1080F137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A6275D-B43B-4A0F-8A3E-C129D34F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4AC5F-2C17-44BA-8008-2495323B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24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D5C5-5A84-437E-BE4E-56653522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DD791-4CE9-4FE1-BB7F-73C88BDE0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601B6-B1A5-4BFA-AA3B-3DC86CF8F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08B81-36C0-4CC7-9D51-2586F468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ED9E3-C0B0-47DF-A3DA-2B5D9FC4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7A73C-66F5-4544-B21E-57E05596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70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A3E-7CBB-4EEB-B60A-CA004008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C0A381-101F-43A2-80D6-2AFEDBD8C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C3DF6-5AF9-48E5-B5C1-C17EC0E36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9579C-7BA6-4625-85FB-278B421F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4EB35-566D-4C86-9DD0-06A57CC7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13F36-8140-4B22-87CC-4C4FC4CE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39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FF8B-2536-44CB-A0AC-F0DA7760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2D49C-2E11-4D90-8E32-A26D5F350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D7D4D-9814-4096-92BF-52D099B8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F16D4-F7F0-4A97-965C-F6C3CB87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8099B-04C9-4E3B-A869-B6C245CF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371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E9135-6DE1-4E47-9A95-037CEAE3C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B3F9C-9C85-4185-9572-79E48391C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7DFA1-4CAB-4336-9A6C-EAA4A9FC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EE98-A210-43B3-AC38-F8B17B17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573BC-63DB-4CBB-9982-FE33E80F6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3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66A75-62CA-4C9E-8D6D-52A8642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21D67-1EDB-4DCE-A35F-087A3C1B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79954-1AD5-46D0-B006-2C95C84C8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EFE59-B448-449C-8798-D21F6883CB13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6E981-DE81-46CD-B92E-7D0ABC190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69698-FE34-4128-8CE2-993B9B0BA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1F192-24CB-433E-AD99-3E3CA44A86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88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BC5540-8778-4122-8356-CDB21B1D1882}"/>
              </a:ext>
            </a:extLst>
          </p:cNvPr>
          <p:cNvSpPr/>
          <p:nvPr/>
        </p:nvSpPr>
        <p:spPr>
          <a:xfrm>
            <a:off x="1288256" y="864393"/>
            <a:ext cx="9615487" cy="5129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DCADC-AABE-45A1-9534-014542C1F152}"/>
              </a:ext>
            </a:extLst>
          </p:cNvPr>
          <p:cNvSpPr/>
          <p:nvPr/>
        </p:nvSpPr>
        <p:spPr>
          <a:xfrm>
            <a:off x="1285875" y="885825"/>
            <a:ext cx="9601200" cy="4714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Tela A</a:t>
            </a:r>
          </a:p>
        </p:txBody>
      </p:sp>
    </p:spTree>
    <p:extLst>
      <p:ext uri="{BB962C8B-B14F-4D97-AF65-F5344CB8AC3E}">
        <p14:creationId xmlns:p14="http://schemas.microsoft.com/office/powerpoint/2010/main" val="235623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Laboratório FIAP</cp:lastModifiedBy>
  <cp:revision>1</cp:revision>
  <dcterms:created xsi:type="dcterms:W3CDTF">2025-10-10T01:27:12Z</dcterms:created>
  <dcterms:modified xsi:type="dcterms:W3CDTF">2025-10-10T01:28:13Z</dcterms:modified>
</cp:coreProperties>
</file>